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71b1aa201f4346" /><Relationship Type="http://schemas.openxmlformats.org/officeDocument/2006/relationships/extended-properties" Target="/docProps/app.xml" Id="R1781033a0a5c4f26" /><Relationship Type="http://schemas.openxmlformats.org/officeDocument/2006/relationships/officeDocument" Target="/ppt/presentation.xml" Id="R59ea3e3c891e4a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8363d356f744bc"/>
  </p:sldMasterIdLst>
  <p:notesMasterIdLst>
    <p:notesMasterId xmlns:r="http://schemas.openxmlformats.org/officeDocument/2006/relationships" r:id="Re9b22570d4b24628"/>
  </p:notesMasterIdLst>
  <p:sldIdLst>
    <p:sldId xmlns:r="http://schemas.openxmlformats.org/officeDocument/2006/relationships" id="256" r:id="Rb98993392cb2463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8363d356f744bc" /><Relationship Type="http://schemas.openxmlformats.org/officeDocument/2006/relationships/theme" Target="/ppt/theme/theme1.xml" Id="R9f7c9eabe4a449f9" /><Relationship Type="http://schemas.openxmlformats.org/officeDocument/2006/relationships/notesMaster" Target="/ppt/notesMasters/notesMaster1.xml" Id="Re9b22570d4b24628" /><Relationship Type="http://schemas.openxmlformats.org/officeDocument/2006/relationships/presProps" Target="/ppt/presProps.xml" Id="R55aa181055fe4c1a" /><Relationship Type="http://schemas.openxmlformats.org/officeDocument/2006/relationships/viewProps" Target="/ppt/viewProps.xml" Id="R37f9d1929eae48bb" /><Relationship Type="http://schemas.openxmlformats.org/officeDocument/2006/relationships/tableStyles" Target="/ppt/tableStyles.xml" Id="R62a969225a4b4c2b" /><Relationship Type="http://schemas.openxmlformats.org/officeDocument/2006/relationships/slide" Target="/ppt/slides/slide1.xml" Id="Rb98993392cb246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cbd32affbe24c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cb446580fe492e" /><Relationship Type="http://schemas.openxmlformats.org/officeDocument/2006/relationships/notesMaster" Target="/ppt/notesMasters/notesMaster1.xml" Id="R9a2def590f0c4b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3baf811c894d8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c60ea86d342c445f" /><Relationship Type="http://schemas.openxmlformats.org/officeDocument/2006/relationships/slideLayout" Target="/ppt/slideLayouts/slideLayout2.xml" Id="Rae2e140a424a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2e140a424a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2601a16c964e67" /><Relationship Type="http://schemas.openxmlformats.org/officeDocument/2006/relationships/notesSlide" Target="/ppt/notesSlides/notesSlide1.xml" Id="R00e49c5eb1ca41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CA6AD5-C4E2-4A18-9F22-8CA457F3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1905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456"/>
          </a:solidFill>
          <a:ln xmlns:a="http://schemas.openxmlformats.org/drawingml/2006/main" w="0">
            <a:solidFill>
              <a:srgbClr val="12345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ACBB1-8CDD-47DB-9CFB-F2EF0828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163830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4114120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2026-04-26T08:29:06.5520000Z</dcterms:created>
  <dcterms:modified xsi:type="dcterms:W3CDTF">2026-04-26T08:29:06.5520000Z</dcterms:modified>
</coreProperties>
</file>